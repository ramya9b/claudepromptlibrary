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20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1450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914400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748272" y="1730502"/>
            <a:ext cx="1682496" cy="1682496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23712" y="2517069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03647" y="2669481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044818" y="2811506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951235" y="2933465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829276" y="3027048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687251" y="3085877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534839" y="3105942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82427" y="3085877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40402" y="3027048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18442" y="2933465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24859" y="2811506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66031" y="2669481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45965" y="2517069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966031" y="2364657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4859" y="2222632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18442" y="2100672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40402" y="2007089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82427" y="1948261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534839" y="1928195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687251" y="1948261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829276" y="2007089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951235" y="2100672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044818" y="2222632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03647" y="2364657"/>
            <a:ext cx="109362" cy="109362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37146" y="2319376"/>
            <a:ext cx="504749" cy="504749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505395" y="2487625"/>
            <a:ext cx="168250" cy="168250"/>
          </a:xfrm>
          <a:prstGeom prst="ellipse">
            <a:avLst/>
          </a:prstGeom>
          <a:solidFill>
            <a:srgbClr val="003580">
              <a:alpha val="48000"/>
            </a:srgbClr>
          </a:solidFill>
          <a:ln w="12700">
            <a:solidFill>
              <a:srgbClr val="00358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92608" y="201168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201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✦  QA TEAM · ALPHA VARIANCE SOLUTIONS  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2608" y="34747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Prompt Library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292608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AI output for every QA task — no AI experience needed.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292608" y="3639312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2608" y="36393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 No AI experience needed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18688" y="3639312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003580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18688" y="36393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 3 simple steps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44768" y="3639312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144768" y="36393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📚  13 templates · 7 categories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92608" y="4315968"/>
            <a:ext cx="8558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Prepared by Ramya B  ·  Senior QA Engineer  ·  Bengaluru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Claude? (Plain English)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8558784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978408"/>
            <a:ext cx="8275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an AI assistant by Anthropic — like a brilliant expert colleague available 24/7, who gives professional-quality answers in seconds.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92608" y="1691640"/>
            <a:ext cx="427939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92608" y="1691640"/>
            <a:ext cx="640080" cy="133502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92608" y="1691640"/>
            <a:ext cx="640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👨‍💼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42416" y="178308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consultant…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2416" y="218541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Wait weeks for a report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2416" y="249631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Get it in 2 minutes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18304" y="1691640"/>
            <a:ext cx="427939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18304" y="1691640"/>
            <a:ext cx="640080" cy="1335024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18304" y="1691640"/>
            <a:ext cx="640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68112" y="178308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senior developer…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68112" y="218541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Wait for code review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68112" y="249631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Instant expert feedback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" y="3136392"/>
            <a:ext cx="427939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92608" y="3136392"/>
            <a:ext cx="640080" cy="1335024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92608" y="3136392"/>
            <a:ext cx="640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42416" y="32278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documentation writer…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42416" y="36301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Spend hours writing reports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42416" y="394106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Done in under 5 minutes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18304" y="3136392"/>
            <a:ext cx="427939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18304" y="3136392"/>
            <a:ext cx="640080" cy="1335024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18304" y="3136392"/>
            <a:ext cx="640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5468112" y="32278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QA expert…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468112" y="36301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Manually write all test cases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68112" y="394106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Generated 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 Template?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4133088" cy="372160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5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4133088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96012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🍳  Think of it like a recipe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20624" y="1444752"/>
            <a:ext cx="38770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tells you exactly what ingredients to add and how to cook them.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template works the same way — it tells Claude exactly what information you have and what you want it to do.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write it from scratch. You just fill in the blanks with your own project details.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result? Expert-quality AI output every time.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" y="3749040"/>
            <a:ext cx="3877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3776" y="378561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See the [BRACKETS] on the right? Those are your blanks — replace each one with your real project details. Takes 30 seconds.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18304" y="960120"/>
            <a:ext cx="413308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18304" y="960120"/>
            <a:ext cx="4133088" cy="40233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18304" y="96012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A real example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28032" y="1444752"/>
            <a:ext cx="3913632" cy="274320"/>
          </a:xfrm>
          <a:prstGeom prst="roundRect">
            <a:avLst>
              <a:gd name="adj" fmla="val 13333"/>
            </a:avLst>
          </a:prstGeom>
          <a:solidFill>
            <a:srgbClr val="FFF8F0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28032" y="14447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580"/>
                </a:solidFill>
              </a:rPr>
              <a:t>STEP 1  Template already written for you 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1773936"/>
            <a:ext cx="3913632" cy="93268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01184" y="1810512"/>
            <a:ext cx="37673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cases for </a:t>
            </a:r>
            <a:r>
              <a:rPr lang="en-US" sz="1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NAME]</a:t>
            </a: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[APP]</a:t>
            </a: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ROLE]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28032" y="2779776"/>
            <a:ext cx="3913632" cy="274320"/>
          </a:xfrm>
          <a:prstGeom prst="roundRect">
            <a:avLst>
              <a:gd name="adj" fmla="val 13333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28032" y="277977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  You replace the [BRACKETS] 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28032" y="3108960"/>
            <a:ext cx="3913632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13880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01184" y="3145536"/>
            <a:ext cx="37673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cases for </a:t>
            </a:r>
            <a:r>
              <a:rPr lang="en-US" sz="14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r>
              <a:rPr lang="en-US" sz="14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4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28032" y="4133088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Paste into Claude → 20 test cases in seconds!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Anyone Can Do This in 3 Steps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2779776" cy="45720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9601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16736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02336" y="22860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find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2779776"/>
            <a:ext cx="2084832" cy="2743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20624" y="2852928"/>
            <a:ext cx="252374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library on your computer.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your task or browse the 7 category tabs.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tells you exactly what to fill in.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8096" y="4169664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68096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10 seconds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90672" y="248716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868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218688" y="960120"/>
            <a:ext cx="2779776" cy="457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18688" y="9601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242816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3328416" y="22860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[BRACKETS]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566160" y="2779776"/>
            <a:ext cx="2084832" cy="27432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346704" y="2852928"/>
            <a:ext cx="252374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has [BRACKETS] in gold.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with your real details: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[FEATURE NAME]  →  Login page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[APP]  →  D365 or Salesforce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[USER ROLE]  →  Admin user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94176" y="4169664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694176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seconds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16752" y="248716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4476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144768" y="960120"/>
            <a:ext cx="2779776" cy="4572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144768" y="9601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168896" y="1481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254496" y="22860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Claude &amp; done!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492240" y="2779776"/>
            <a:ext cx="2084832" cy="274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72784" y="2852928"/>
            <a:ext cx="252374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'Copy prompt' on the card.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 in any browser.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and press Enter.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output in seconds — ready to use!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620256" y="4169664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620256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20 seconds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92608" y="4663440"/>
            <a:ext cx="855878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 Find (10s) + Fill [BRACKETS] (30s) + Paste (20s) = Under 60 seconds to expert-quality output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Writing Test Cases  (45 min → 2 min)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4279392" cy="3721608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4279392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960120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the library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8912" y="149961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a blank document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8912" y="186537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Think about what to test  (30 min)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38912" y="223113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test cases manually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8912" y="259689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edge cases — go back and add more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8912" y="296265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everything into a table  (20 min)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8912" y="3364992"/>
            <a:ext cx="3986784" cy="310896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3776" y="336499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Total: 45–90 minutes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8912" y="3730752"/>
            <a:ext cx="39867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3776" y="373075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Quality: depends on your experience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960120"/>
            <a:ext cx="4279392" cy="3721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18304" y="960120"/>
            <a:ext cx="4279392" cy="420624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18304" y="960120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the library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64608" y="149961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the HTML library  (10s)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64608" y="186537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 'Test Cases' template  (10s)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864608" y="223113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Fill in 3 fields — Feature, App, Role  (30s)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864608" y="259689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Click 'Copy prompt'  (5s)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64608" y="296265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Paste into Claude → press Enter  (5s)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864608" y="3364992"/>
            <a:ext cx="3986784" cy="310896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19472" y="336499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Total: Under 2 minutes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64608" y="3730752"/>
            <a:ext cx="39867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19472" y="3730752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Quality: Senior QA Engineer level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 ·  13 Templates  ·  Every QA Task Covered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74320" y="1005840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1005840"/>
            <a:ext cx="2011680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6012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47472" y="1883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" y="21762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automate tests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7240" y="243230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7724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 templates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23160" y="1005840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423160" y="1005840"/>
            <a:ext cx="2011680" cy="914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10896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496312" y="1883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F&amp;O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96312" y="21762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RSAT &amp; KT docs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26080" y="243230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92608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 templates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1005840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2000" y="1005840"/>
            <a:ext cx="2011680" cy="914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25780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645152" y="1883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45152" y="21762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Service Cloud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74920" y="243230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7492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20840" y="1005840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720840" y="1005840"/>
            <a:ext cx="2011680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40664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793992" y="1883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93992" y="21762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test plans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23760" y="243230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2376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templates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417320" y="286207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1417320" y="2862072"/>
            <a:ext cx="2011680" cy="914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103120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1490472" y="373989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Management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490472" y="40325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&amp; RCA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920240" y="42885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1920240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templates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566160" y="286207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566160" y="2862072"/>
            <a:ext cx="2011680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251960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3639312" y="373989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39312" y="40325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validation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069080" y="42885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069080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715000" y="286207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715000" y="2862072"/>
            <a:ext cx="2011680" cy="914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400800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5788152" y="373989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788152" y="40325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summaries &amp; strategy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17920" y="42885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217920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Cases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2779776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 test cases for a feature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(D365 / Salesforce)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role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7200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test cases with steps, expected result, and priority — ready for Jira or ADO.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624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 for any feature — D365, Salesforce, or custom web apps.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82112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182112" y="960120"/>
            <a:ext cx="2779776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73552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Playwright / TypeScript test script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310128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00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10128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346704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346704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or page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346704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URL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346704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manual test steps (paste in)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310128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346704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46704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Playwright TypeScript file with Page Object Model, ADO tags, and error handling.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310128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46704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Give it your manual steps — it writes the automation code for you.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71616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071616" y="960120"/>
            <a:ext cx="2779776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163056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Edge case test cases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199632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99632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236208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36208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236208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fields and data types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236208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validation rules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199632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236208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236208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edge case tests covering boundaries, empty inputs, and unusual behaviour — table format.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99632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236208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Run this before every release — catches bugs that normal testing misses.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D365 F&amp;O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2779776" cy="40233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D365 OData API test cases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Advanced 🔧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D365 entity (e.g. SalesOrderHeaderV2)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(DEV / UAT / PROD)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(GET / POST / PATCH / DELETE)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7200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API tests with sample URLs, payloads, and expected JSON — covering CRUD and error responses.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624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Pre-fill entity name from your project documents (e.g. SalesOrderHeaderV2).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82112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182112" y="960120"/>
            <a:ext cx="2779776" cy="40233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73552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RSAT test recording review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310128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00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10128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346704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346704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RSAT recording steps (paste in)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346704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scenario being tested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10128" y="260604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346704" y="26060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346704" y="288036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table with gaps, missing assertions, flakiness risks, and fixes — all prioritised.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310128" y="373989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346704" y="375818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Paste your RSAT XML — Claude reads and analyses the whole thing.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71616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071616" y="960120"/>
            <a:ext cx="2779776" cy="40233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163056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D365 KT document outline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199632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99632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236208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36208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D365 module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236208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audience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236208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of processes covered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199632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236208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236208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KT document with navigation paths, process flows, troubleshooting guide, and UAT checklist.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199632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236208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 for any D365 module — great for onboarding new team members.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Azure DevOps &amp; Salesforce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2779776" cy="40233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Playwright pipeline debug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Advanced 🔧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azure-pipelines.yml (paste in)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log from the failed run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Node, OS, and Playwright versions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7200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explanation + fixed YAML you copy straight into your pipeline file.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624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Paste the exact error log — the more detail, the better the fix.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82112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182112" y="960120"/>
            <a:ext cx="2779776" cy="40233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73552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ADO test plan setup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310128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10128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346704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346704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name (e.g. GlobalTech / RetailMax)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346704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or release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346704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in scope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310128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346704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46704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 test plan with suite hierarchy, config matrix, criteria, and sign-off checklist.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310128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46704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at the start of every sprint — 2 minutes instead of 30.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71616" y="960120"/>
            <a:ext cx="2779776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071616" y="960120"/>
            <a:ext cx="2779776" cy="40233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163056" y="9601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Salesforce test cases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199632" y="14173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00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99632" y="1709928"/>
            <a:ext cx="2523744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236208" y="170992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36208" y="20025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 (e.g. Lead conversion)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236208" y="2276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type (Sales / Service)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236208" y="25511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profiles involved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199632" y="2880360"/>
            <a:ext cx="25237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236208" y="28803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236208" y="31546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Profile-specific test cases covering access, workflow rules, validation, and integration.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99632" y="4014216"/>
            <a:ext cx="2523744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236208" y="4032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Specify user profile — Claude writes profile-aware test cases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Defect Management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422452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4224528" cy="40233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96012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Write a detailed defect report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141732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1709928"/>
            <a:ext cx="3968496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170992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00253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went wrong (one sentence)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227685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Steps to reproduce it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25511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should have happened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282549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Browser, app version, environment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" y="3154680"/>
            <a:ext cx="3968496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3429000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Jira/ADO defect report with severity, numbered steps, actual vs expected, and fix direction.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0624" y="4105656"/>
            <a:ext cx="3968496" cy="539496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4123944"/>
            <a:ext cx="3895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Anyone on the team can use this — no QA experience needed to write a great bug report.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6864" y="960120"/>
            <a:ext cx="422452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26864" y="960120"/>
            <a:ext cx="4224528" cy="40233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718304" y="96012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Root cause analysis (5-Whys)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754880" y="141732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00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709928"/>
            <a:ext cx="3968496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91456" y="170992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91456" y="200253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title and description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91456" y="227685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affected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91456" y="25511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changes deployed before the bug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54880" y="2880360"/>
            <a:ext cx="3968496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791456" y="288036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91456" y="315468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RCA: immediate cause, root cause, corrective actions, and new regression tests to add.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54880" y="4014216"/>
            <a:ext cx="3968496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791456" y="4032504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Great for sprint retrospectives — helps the whole team learn from every defect.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&amp; Documentation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422452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960120"/>
            <a:ext cx="4224528" cy="40233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96012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Power BI report test cases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141732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1709928"/>
            <a:ext cx="3968496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170992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200253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name (e.g. Pick Slip Enquiry)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227685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 (D365 / Dataverse / SQL)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25511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filters and slicers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" y="2880360"/>
            <a:ext cx="3968496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7200" y="288036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for data accuracy, filters, performance, export, and role security — ADO table format.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624" y="4014216"/>
            <a:ext cx="3968496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032504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 for any Power BI report — fill in your report name and available slicers.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26864" y="960120"/>
            <a:ext cx="422452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626864" y="960120"/>
            <a:ext cx="4224528" cy="40233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18304" y="96012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 summary report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754880" y="141732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1709928"/>
            <a:ext cx="3968496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91456" y="170992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91456" y="200253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and sprint name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91456" y="227685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counts (passed / failed / blocked)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91456" y="25511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defect IDs and severities</a:t>
            </a:r>
            <a:r>
              <a:rPr lang="en-US" sz="9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fill in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2880360"/>
            <a:ext cx="3968496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91456" y="288036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91456" y="315468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 summary with exec summary, metrics, defect breakdown, and Go/No-Go recommendation.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54880" y="4014216"/>
            <a:ext cx="3968496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FF993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91456" y="4032504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4 minutes instead of 90 — perfect for sprint end sign-offs with clients.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Savings — Every Single Day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960120"/>
            <a:ext cx="2743200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9601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27248" y="960120"/>
            <a:ext cx="2011680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127248" y="960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Without template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30368" y="960120"/>
            <a:ext cx="2194560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230368" y="9601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 Claude template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16368" y="960120"/>
            <a:ext cx="1298448" cy="40233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516368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saved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2608" y="1362456"/>
            <a:ext cx="274320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127248" y="1362456"/>
            <a:ext cx="201168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230368" y="1362456"/>
            <a:ext cx="219456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516368" y="1362456"/>
            <a:ext cx="1298448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84048" y="136245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for a feature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27248" y="136245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45–90 min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230368" y="136245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2 min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607808" y="1463040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607808" y="146304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~88 min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2608" y="1892808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127248" y="1892808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230368" y="1892808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516368" y="1892808"/>
            <a:ext cx="12984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84048" y="1892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defect report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27248" y="18928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20–30 min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230368" y="189280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1 min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607808" y="1993392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607808" y="19933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~29 min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92608" y="2423160"/>
            <a:ext cx="274320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127248" y="2423160"/>
            <a:ext cx="201168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230368" y="2423160"/>
            <a:ext cx="219456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516368" y="2423160"/>
            <a:ext cx="1298448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84048" y="242316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ADO pipeline failure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127248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60–120 min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230368" y="242316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3 min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607808" y="252374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607808" y="2523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~117 min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92608" y="2953512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127248" y="2953512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5230368" y="2953512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516368" y="2953512"/>
            <a:ext cx="12984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84048" y="29535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test summary report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127248" y="29535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90–120 min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5230368" y="295351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4 min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607808" y="3054096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7607808" y="305409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~116 min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92608" y="3483864"/>
            <a:ext cx="274320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3127248" y="3483864"/>
            <a:ext cx="201168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5230368" y="3483864"/>
            <a:ext cx="2194560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516368" y="3483864"/>
            <a:ext cx="1298448" cy="512064"/>
          </a:xfrm>
          <a:prstGeom prst="rect">
            <a:avLst/>
          </a:prstGeom>
          <a:solidFill>
            <a:srgbClr val="FFF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84048" y="348386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Power BI test run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127248" y="348386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30–45 min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5230368" y="348386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2 min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7607808" y="3584448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607808" y="3584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~43 min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92608" y="4014216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3127248" y="4014216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230368" y="4014216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516368" y="4014216"/>
            <a:ext cx="12984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84048" y="401421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Playwright test script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3127248" y="401421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1C1C"/>
                </a:solidFill>
              </a:rPr>
              <a:t>⏱ 60–120 min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5230368" y="401421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808"/>
                </a:solidFill>
              </a:rPr>
              <a:t>✅ 5 min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7607808" y="4114800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7607808" y="411480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~115 min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💰  Total saving across all 6 tasks = over 8 hours per engineer — every single week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101498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92608" y="1014984"/>
            <a:ext cx="109728" cy="1133856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2064" y="10881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I need to create a Claude account?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2064" y="149047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2064" y="15453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— go to claude.ai and sign up free. Takes 2 minutes. The free plan is enough for all daily QA work.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18304" y="101498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18304" y="1014984"/>
            <a:ext cx="109728" cy="113385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37760" y="10881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change the templates?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149047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37760" y="15453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Absolutely! Once you copy a prompt, edit it freely before pasting. Make it your own.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" y="224942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92608" y="2249424"/>
            <a:ext cx="109728" cy="113385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2064" y="2322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Claude gives a wrong answer?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2064" y="272491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12064" y="27797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Follow up with: 'Make it more concise' or 'Fix the format'. Claude refines the answer instantly.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18304" y="224942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18304" y="2249424"/>
            <a:ext cx="109728" cy="1133856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37760" y="2322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my project data safe?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37760" y="272491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7797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Don't paste sensitive passwords or client data. Describe the scenario in general terms — still works great.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92608" y="348386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292608" y="3483864"/>
            <a:ext cx="109728" cy="1133856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12064" y="35570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use this on my phone?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2064" y="395935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12064" y="40142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Yes! The HTML library and claude.ai both work on mobile. Open the HTML file in Chrome on your phone.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18304" y="3483864"/>
            <a:ext cx="42793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18304" y="3483864"/>
            <a:ext cx="109728" cy="113385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5570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do I contact to add new templates?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937760" y="3959352"/>
            <a:ext cx="3931920" cy="18288"/>
          </a:xfrm>
          <a:prstGeom prst="rect">
            <a:avLst/>
          </a:prstGeom>
          <a:solidFill>
            <a:srgbClr val="E8E8F0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37760" y="40142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Reach out to Ramya — describe your task in plain English and she'll add a template within 24 hours.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Ramya B  ·  Senior QA Engineer  · 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19872" y="73152"/>
            <a:ext cx="731520" cy="73152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05088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96364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7078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30098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77072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15322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49056" y="65836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382790" y="64964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21040" y="62406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8014" y="58337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7326" y="53035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01748" y="468602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93024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01748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732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68014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21040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82790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49056" y="14630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15322" y="155028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77072" y="18060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30098" y="221294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70786" y="27432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96364" y="336070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75904" y="329184"/>
            <a:ext cx="219456" cy="219456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402336"/>
            <a:ext cx="73152" cy="73152"/>
          </a:xfrm>
          <a:prstGeom prst="ellipse">
            <a:avLst/>
          </a:prstGeom>
          <a:solidFill>
            <a:srgbClr val="003580">
              <a:alpha val="22000"/>
            </a:srgbClr>
          </a:solidFill>
          <a:ln w="12700">
            <a:solidFill>
              <a:srgbClr val="0035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Getting Started Checklist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292608" y="1014984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02336" y="1289304"/>
            <a:ext cx="493776" cy="493776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02336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02736" y="1124712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FF9933">
              <a:alpha val="82000"/>
            </a:srgbClr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02736" y="112471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min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" y="11064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Claude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" y="147218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claude.ai → Sign up free → Done in 2 minutes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18304" y="1014984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28032" y="1289304"/>
            <a:ext cx="493776" cy="493776"/>
          </a:xfrm>
          <a:prstGeom prst="ellipse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28432" y="1124712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003580">
              <a:alpha val="82000"/>
            </a:srgbClr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028432" y="112471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min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49824" y="11064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library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49824" y="147218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HTML file → Save to desktop → Open in any browser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92608" y="2221992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02336" y="2496312"/>
            <a:ext cx="493776" cy="493776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02336" y="2496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02736" y="2331720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138808">
              <a:alpha val="82000"/>
            </a:srgbClr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602736" y="23317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min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24128" y="231343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first prompt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24128" y="267919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'Write test cases' → Fill in 3 fields → Copy → Paste into Claude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18304" y="2221992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28032" y="2496312"/>
            <a:ext cx="493776" cy="493776"/>
          </a:xfrm>
          <a:prstGeom prst="ellipse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28032" y="2496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028432" y="2331720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E8A800">
              <a:alpha val="82000"/>
            </a:srgbClr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28432" y="23317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Daily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49824" y="231343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 every task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49824" y="267919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anything manually — check the library first. 9 out of 10 tasks have a template.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92608" y="3429000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02336" y="3703320"/>
            <a:ext cx="493776" cy="493776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02336" y="3703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602736" y="3538728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FF9933">
              <a:alpha val="82000"/>
            </a:srgbClr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602736" y="353872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Ongoing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24128" y="352044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works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24128" y="388620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template that saved time? Tell Ramya — she'll improve it for everyone.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718304" y="3429000"/>
            <a:ext cx="4279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828032" y="3703320"/>
            <a:ext cx="493776" cy="493776"/>
          </a:xfrm>
          <a:prstGeom prst="ellipse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828032" y="3703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28432" y="3538728"/>
            <a:ext cx="859536" cy="256032"/>
          </a:xfrm>
          <a:prstGeom prst="roundRect">
            <a:avLst>
              <a:gd name="adj" fmla="val 14286"/>
            </a:avLst>
          </a:prstGeom>
          <a:solidFill>
            <a:srgbClr val="003580">
              <a:alpha val="82000"/>
            </a:srgbClr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8028432" y="353872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 needed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449824" y="352044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new templates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449824" y="388620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not covered? Send Ramya a message — new templates added within 24 hours.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9144000" cy="31775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0" y="708660"/>
            <a:ext cx="2194560" cy="2194560"/>
          </a:xfrm>
          <a:prstGeom prst="ellipse">
            <a:avLst/>
          </a:prstGeom>
          <a:solidFill>
            <a:srgbClr val="003580">
              <a:alpha val="0"/>
            </a:srgbClr>
          </a:solidFill>
          <a:ln w="1905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68773" y="1734617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42601" y="1933415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65867" y="2118665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43803" y="2277743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84725" y="2399807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99475" y="2476541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00677" y="2502713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01879" y="2476541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6629" y="2399807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957551" y="2277743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35486" y="2118665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58753" y="1933415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32581" y="1734617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58753" y="1535819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35486" y="1350569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57551" y="1191491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6629" y="1069426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301879" y="992693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00677" y="966521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99475" y="992693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84725" y="1069426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43803" y="1191491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65867" y="1350569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242601" y="1535819"/>
            <a:ext cx="142646" cy="14264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42816" y="1476756"/>
            <a:ext cx="658368" cy="658368"/>
          </a:xfrm>
          <a:prstGeom prst="ellipse">
            <a:avLst/>
          </a:prstGeom>
          <a:solidFill>
            <a:srgbClr val="003580">
              <a:alpha val="0"/>
            </a:srgbClr>
          </a:solidFill>
          <a:ln w="12700">
            <a:solidFill>
              <a:srgbClr val="003580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462272" y="1696212"/>
            <a:ext cx="219456" cy="219456"/>
          </a:xfrm>
          <a:prstGeom prst="ellipse">
            <a:avLst/>
          </a:prstGeom>
          <a:solidFill>
            <a:srgbClr val="003580">
              <a:alpha val="45000"/>
            </a:srgbClr>
          </a:solidFill>
          <a:ln w="12700">
            <a:solidFill>
              <a:srgbClr val="0035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2608" y="137160"/>
            <a:ext cx="8558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292608" y="868680"/>
            <a:ext cx="8558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Remember these — that's all you need to get started today.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2608" y="2066544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92608" y="2066544"/>
            <a:ext cx="621792" cy="87782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92608" y="2066544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🙋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05840" y="2066544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experience needed — the templates do all the hard work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18304" y="2066544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18304" y="2066544"/>
            <a:ext cx="621792" cy="877824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18304" y="2066544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31536" y="2066544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output in under 60 seconds — faster than any manual approach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92608" y="3054096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92608" y="3054096"/>
            <a:ext cx="6217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92608" y="3054096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005840" y="3054096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fill in the [BRACKETS] with your real project details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718304" y="3054096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18304" y="3054096"/>
            <a:ext cx="6217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18304" y="3054096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431536" y="3054096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happy? Tell Claude 'try again' or 'be more concise' — it refines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92608" y="4041648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292608" y="4041648"/>
            <a:ext cx="621792" cy="87782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92608" y="40416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005840" y="4041648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file to your desktop — works fully offline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718304" y="4041648"/>
            <a:ext cx="427939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18304" y="4041648"/>
            <a:ext cx="621792" cy="877824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18304" y="40416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5431536" y="4041648"/>
            <a:ext cx="34381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experience — every improvement helps the whole team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Questions? Reach out to Ramya </a:t>
            </a:r>
            <a:r>
              <a:rPr lang="en-US" sz="1000">
                <a:solidFill>
                  <a:srgbClr val="FFFFFF"/>
                </a:solidFill>
              </a:rPr>
              <a:t>B – ramya9.b@gmail.com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2447</Words>
  <Application>Microsoft Office PowerPoint</Application>
  <PresentationFormat>On-screen Show (16:9)</PresentationFormat>
  <Paragraphs>354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Prompt Library — QA Team</dc:title>
  <dc:subject>PptxGenJS Presentation</dc:subject>
  <dc:creator>Ramya B, Senior QA Engineer</dc:creator>
  <cp:lastModifiedBy>Ramya B [IN]</cp:lastModifiedBy>
  <cp:revision>2</cp:revision>
  <dcterms:created xsi:type="dcterms:W3CDTF">2026-05-29T05:14:50Z</dcterms:created>
  <dcterms:modified xsi:type="dcterms:W3CDTF">2026-05-29T09:15:10Z</dcterms:modified>
</cp:coreProperties>
</file>