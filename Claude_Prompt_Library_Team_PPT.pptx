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346" y="-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4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E55A2B">
              <a:alpha val="30000"/>
            </a:srgbClr>
          </a:solidFill>
          <a:ln w="12700">
            <a:solidFill>
              <a:srgbClr val="E55A2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0" y="-1828800"/>
            <a:ext cx="5486400" cy="5486400"/>
          </a:xfrm>
          <a:prstGeom prst="ellipse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0D9488">
              <a:alpha val="24000"/>
            </a:srgbClr>
          </a:solidFill>
          <a:ln w="12700">
            <a:solidFill>
              <a:srgbClr val="0D9488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73152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73152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✦  FOR EVERYONE ON THE QA TEAM  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261872"/>
            <a:ext cx="76809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Prompt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easy way to get expert AI output — no AI experience needed.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977640"/>
            <a:ext cx="2487168" cy="438912"/>
          </a:xfrm>
          <a:prstGeom prst="roundRect">
            <a:avLst>
              <a:gd name="adj" fmla="val 14583"/>
            </a:avLst>
          </a:prstGeom>
          <a:solidFill>
            <a:srgbClr val="E55A2B">
              <a:alpha val="72000"/>
            </a:srgbClr>
          </a:solidFill>
          <a:ln w="12700">
            <a:solidFill>
              <a:srgbClr val="E55A2B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No AI experience needed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3977640"/>
            <a:ext cx="2487168" cy="438912"/>
          </a:xfrm>
          <a:prstGeom prst="roundRect">
            <a:avLst>
              <a:gd name="adj" fmla="val 14583"/>
            </a:avLst>
          </a:prstGeom>
          <a:solidFill>
            <a:srgbClr val="7C3AED">
              <a:alpha val="72000"/>
            </a:srgbClr>
          </a:solidFill>
          <a:ln w="12700">
            <a:solidFill>
              <a:srgbClr val="7C3AED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397764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Ready in 3 simple steps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977640"/>
            <a:ext cx="2487168" cy="438912"/>
          </a:xfrm>
          <a:prstGeom prst="roundRect">
            <a:avLst>
              <a:gd name="adj" fmla="val 14583"/>
            </a:avLst>
          </a:prstGeom>
          <a:solidFill>
            <a:srgbClr val="0D9488">
              <a:alpha val="72000"/>
            </a:srgbClr>
          </a:solidFill>
          <a:ln w="12700">
            <a:solidFill>
              <a:srgbClr val="0D9488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26480" y="397764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  13 templates · 7 categories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Prepared by Ramya · Senior QA Architect · Alpha Variance Solutions · Bengaluru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645920"/>
            <a:ext cx="5029200" cy="5029200"/>
          </a:xfrm>
          <a:prstGeom prst="ellipse">
            <a:avLst/>
          </a:prstGeom>
          <a:solidFill>
            <a:srgbClr val="E55A2B">
              <a:alpha val="12000"/>
            </a:srgbClr>
          </a:solidFill>
          <a:ln w="12700">
            <a:solidFill>
              <a:srgbClr val="E55A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Claude? (Plain English)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8430768" cy="71323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75488" y="9875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an AI assistant made by Anthropic. Think of it like a brilliant expert colleague available 24/7 — one who never gets tired, knows everything about your field, and gives professional answers in seconds.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1828800"/>
            <a:ext cx="4224528" cy="1353312"/>
          </a:xfrm>
          <a:prstGeom prst="rect">
            <a:avLst/>
          </a:prstGeom>
          <a:solidFill>
            <a:srgbClr val="E55A2B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658368" cy="1353312"/>
          </a:xfrm>
          <a:prstGeom prst="rect">
            <a:avLst/>
          </a:prstGeom>
          <a:solidFill>
            <a:srgbClr val="E55A2B"/>
          </a:solidFill>
          <a:ln w="12700">
            <a:solidFill>
              <a:srgbClr val="E55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1828800"/>
            <a:ext cx="6583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👨‍💼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15568" y="1920240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consultant…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2340864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Wait weeks for a report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" y="2670048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Claude: Get it in 2 minutes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82312" y="1828800"/>
            <a:ext cx="4224528" cy="1353312"/>
          </a:xfrm>
          <a:prstGeom prst="rect">
            <a:avLst/>
          </a:prstGeom>
          <a:solidFill>
            <a:srgbClr val="EA580C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82312" y="1828800"/>
            <a:ext cx="658368" cy="13533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82312" y="1828800"/>
            <a:ext cx="6583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🧑‍💻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50408" y="1920240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senior developer…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50408" y="2340864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Wait for code review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50408" y="2670048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Claude: Instant expert feedback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337560"/>
            <a:ext cx="4224528" cy="135331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47472" y="3337560"/>
            <a:ext cx="658368" cy="13533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3337560"/>
            <a:ext cx="6583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15568" y="3429000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documentation writer…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849624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Spend hours on reports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" y="4178808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Claude: Done in under 5 minutes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82312" y="3337560"/>
            <a:ext cx="4224528" cy="1353312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82312" y="3337560"/>
            <a:ext cx="658368" cy="13533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82312" y="3337560"/>
            <a:ext cx="6583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550408" y="3429000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QA expert…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50408" y="3849624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Manually write test cases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50408" y="4178808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Claude: Generated in seconds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645920"/>
            <a:ext cx="5029200" cy="5029200"/>
          </a:xfrm>
          <a:prstGeom prst="ellipse">
            <a:avLst/>
          </a:prstGeom>
          <a:solidFill>
            <a:srgbClr val="E55A2B">
              <a:alpha val="12000"/>
            </a:srgbClr>
          </a:solidFill>
          <a:ln w="12700">
            <a:solidFill>
              <a:srgbClr val="E55A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Prompt Template?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4096512" cy="39136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4096512" cy="438912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987552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</a:rPr>
              <a:t>🍳  Think of it like a recipe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tells you exactly what ingredients to add and how to cook them.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template tells Claude exactly what information you have and what you want it to produce.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write it from scratch — just fill in the blank spaces with your specific project details.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3822192"/>
            <a:ext cx="3840480" cy="914400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66928" y="3858768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The [BRACKETS] are your blanks — fill them in with your real project details. Takes 30 seconds.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0016" y="987552"/>
            <a:ext cx="4096512" cy="39136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0016" y="987552"/>
            <a:ext cx="4096512" cy="438912"/>
          </a:xfrm>
          <a:prstGeom prst="rect">
            <a:avLst/>
          </a:prstGeom>
          <a:solidFill>
            <a:srgbClr val="E55A2B"/>
          </a:solidFill>
          <a:ln w="12700">
            <a:solidFill>
              <a:srgbClr val="E55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00016" y="987552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A real example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28032" y="15179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TEMPLATE (in the library):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28032" y="1828800"/>
            <a:ext cx="3840480" cy="960120"/>
          </a:xfrm>
          <a:prstGeom prst="rect">
            <a:avLst/>
          </a:prstGeom>
          <a:solidFill>
            <a:srgbClr val="1A0A2E">
              <a:alpha val="85000"/>
            </a:srgbClr>
          </a:solidFill>
          <a:ln w="12700">
            <a:solidFill>
              <a:srgbClr val="1A0A2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19472" y="18745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 test cases for [FEATURE] in [APP] for [USER ROLE]…"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8032" y="29077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YOU FILL IN (30 seconds):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28032" y="3218688"/>
            <a:ext cx="3840480" cy="960120"/>
          </a:xfrm>
          <a:prstGeom prst="rect">
            <a:avLst/>
          </a:prstGeom>
          <a:solidFill>
            <a:srgbClr val="EA580C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19472" y="32644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 test cases for [Login page] in [D365] for [Admin user]…"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28032" y="43159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Paste into Claude and get 20 test cases instantly! ✅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645920"/>
            <a:ext cx="5029200" cy="5029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E55A2B">
              <a:alpha val="10000"/>
            </a:srgbClr>
          </a:solidFill>
          <a:ln w="12700">
            <a:solidFill>
              <a:srgbClr val="E55A2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— Anyone Can Do This in 3 Steps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932688"/>
            <a:ext cx="2743200" cy="40050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2743200" cy="475488"/>
          </a:xfrm>
          <a:prstGeom prst="rect">
            <a:avLst/>
          </a:prstGeom>
          <a:solidFill>
            <a:srgbClr val="E55A2B"/>
          </a:solidFill>
          <a:ln w="12700">
            <a:solidFill>
              <a:srgbClr val="E55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9326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</a:rPr>
              <a:t>STEP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find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2871216"/>
            <a:ext cx="24688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HTML library file on your computer.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your task (e.g. 'test cases') or browse the 7 category tabs.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exactly what you need to fill in.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50392" y="4315968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E55A2B"/>
          </a:solidFill>
          <a:ln w="12700">
            <a:solidFill>
              <a:srgbClr val="E55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50392" y="43159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10 seconds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633472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55264" y="932688"/>
            <a:ext cx="2743200" cy="40050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55264" y="932688"/>
            <a:ext cx="27432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55264" y="9326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</a:rPr>
              <a:t>STEP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61104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64992" y="2359152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orange parts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92424" y="2871216"/>
            <a:ext cx="24688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template has [ORANGE BRACKETS].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them with your real details: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[FEATURE NAME] → "Login page"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[APP] → "D365 / Salesforce"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[USER ROLE] → "Admin user"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58184" y="4315968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58184" y="43159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30 seconds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16752" y="2633472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63056" y="932688"/>
            <a:ext cx="2743200" cy="40050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163056" y="932688"/>
            <a:ext cx="274320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63056" y="9326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</a:rPr>
              <a:t>STEP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68896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272784" y="2359152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Claude &amp; done!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0216" y="2871216"/>
            <a:ext cx="24688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'Copy prompt' button.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claude.ai in your browser.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and press Enter.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gives you expert output immediately — ready to use!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65976" y="4315968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665976" y="43159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20 seconds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7472" y="4754880"/>
            <a:ext cx="84307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760" y="4760804"/>
            <a:ext cx="8430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⏱  Total: 10s + 30s + 20s = Under 60 seconds from zero to expert-quality Claude output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645920"/>
            <a:ext cx="5029200" cy="5029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— Writing Test Cases (45 min → 2 min)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096512" cy="39502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4096512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960120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WITHOUT the library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508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a blank document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8379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Think about what to test (30 min)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" y="2167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test cases manually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 edge cases — go back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28254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 into a table (20 min)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" y="3154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Total time: 45–90 minutes ⚠️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" y="34838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Quality: depends on experience ⚠️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0016" y="960120"/>
            <a:ext cx="4096512" cy="39502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00016" y="960120"/>
            <a:ext cx="4096512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00016" y="960120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WITH the library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1508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 the HTML library (10s)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28032" y="18379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Find 'Test Cases' template (10s)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28032" y="2167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Fill in 3 fields — Feature, App, Role (30s)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2496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Click 'Copy prompt' (5s)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28032" y="28254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Paste into Claude → press Enter (5s)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28032" y="3154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Total time: Under 2 minutes 🚀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28032" y="34838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Quality: Senior QA Architect level 🚀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38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645920"/>
            <a:ext cx="5029200" cy="5029200"/>
          </a:xfrm>
          <a:prstGeom prst="ellipse">
            <a:avLst/>
          </a:prstGeom>
          <a:solidFill>
            <a:srgbClr val="E55A2B">
              <a:alpha val="12000"/>
            </a:srgbClr>
          </a:solidFill>
          <a:ln w="12700">
            <a:solidFill>
              <a:srgbClr val="E55A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 · 13 Templates · Every QA Task Covered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993392" cy="1719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1993392" cy="91440"/>
          </a:xfrm>
          <a:prstGeom prst="rect">
            <a:avLst/>
          </a:prstGeom>
          <a:solidFill>
            <a:srgbClr val="E55A2B"/>
          </a:solidFill>
          <a:ln w="12700">
            <a:solidFill>
              <a:srgbClr val="E55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33856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50976" y="230428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55A2B"/>
          </a:solidFill>
          <a:ln w="12700">
            <a:solidFill>
              <a:srgbClr val="E55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 templates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23744" y="1024128"/>
            <a:ext cx="1993392" cy="1719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23744" y="1024128"/>
            <a:ext cx="199339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0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15184" y="190195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F&amp;O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30428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017520" y="2304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 templates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90288" y="1024128"/>
            <a:ext cx="1993392" cy="1719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90288" y="1024128"/>
            <a:ext cx="1993392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266944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81728" y="190195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84064" y="230428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84064" y="2304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 template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56832" y="1024128"/>
            <a:ext cx="1993392" cy="1719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656832" y="1024128"/>
            <a:ext cx="199339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333488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48272" y="190195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50608" y="230428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150608" y="2304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 templates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481328" y="2871216"/>
            <a:ext cx="1993392" cy="1719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481328" y="2871216"/>
            <a:ext cx="1993392" cy="914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157984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🐛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72768" y="374904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Management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75104" y="4151376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975104" y="41513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 templates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547872" y="2871216"/>
            <a:ext cx="1993392" cy="1719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547872" y="2871216"/>
            <a:ext cx="1993392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2245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639312" y="374904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041648" y="4151376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041648" y="41513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 template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14416" y="2871216"/>
            <a:ext cx="1993392" cy="1719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614416" y="2871216"/>
            <a:ext cx="1993392" cy="914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291072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705856" y="374904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08192" y="4151376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108192" y="41513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 template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E55A2B">
              <a:alpha val="12000"/>
            </a:srgbClr>
          </a:solidFill>
          <a:ln w="12700">
            <a:solidFill>
              <a:srgbClr val="E55A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E55A2B">
              <a:alpha val="12000"/>
            </a:srgbClr>
          </a:solidFill>
          <a:ln w="12700">
            <a:solidFill>
              <a:srgbClr val="E55A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55A2B"/>
          </a:solidFill>
          <a:ln w="12700">
            <a:solidFill>
              <a:srgbClr val="E55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 Cases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2718816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2718816" cy="420624"/>
          </a:xfrm>
          <a:prstGeom prst="rect">
            <a:avLst/>
          </a:prstGeom>
          <a:solidFill>
            <a:srgbClr val="E55A2B"/>
          </a:solidFill>
          <a:ln w="12700">
            <a:solidFill>
              <a:srgbClr val="E55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2535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Generate test cases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481328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Beginner friendly 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1810512"/>
            <a:ext cx="2462784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2064" y="1810512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2064" y="212140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name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239572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(D365 / Salesforce)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267004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role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3017520"/>
            <a:ext cx="2462784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" y="3017520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" y="3328416"/>
            <a:ext cx="23896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test cases with steps, expected result, and priority — ready for Jira or ADO.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4169664"/>
            <a:ext cx="2462784" cy="713232"/>
          </a:xfrm>
          <a:prstGeom prst="rect">
            <a:avLst/>
          </a:prstGeom>
          <a:solidFill>
            <a:srgbClr val="FFF0EB"/>
          </a:solidFill>
          <a:ln w="12700">
            <a:solidFill>
              <a:srgbClr val="E55A2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" y="4187952"/>
            <a:ext cx="23896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Works for any feature — D365, Salesforce, or custom web apps.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6016" y="987552"/>
            <a:ext cx="2718816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176016" y="987552"/>
            <a:ext cx="2718816" cy="420624"/>
          </a:xfrm>
          <a:prstGeom prst="rect">
            <a:avLst/>
          </a:prstGeom>
          <a:solidFill>
            <a:srgbClr val="E55A2B"/>
          </a:solidFill>
          <a:ln w="12700">
            <a:solidFill>
              <a:srgbClr val="E55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67456" y="987552"/>
            <a:ext cx="2535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Playwright/TypeScript script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04032" y="1481328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Intermediate ⚡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04032" y="1810512"/>
            <a:ext cx="2462784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40608" y="1810512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40608" y="212140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or page name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40608" y="239572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URL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40608" y="267004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manual test steps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04032" y="3017520"/>
            <a:ext cx="2462784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340608" y="3017520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40608" y="3328416"/>
            <a:ext cx="23896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TypeScript Playwright test file with Page Object Model and ADO tags.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04032" y="4169664"/>
            <a:ext cx="2462784" cy="713232"/>
          </a:xfrm>
          <a:prstGeom prst="rect">
            <a:avLst/>
          </a:prstGeom>
          <a:solidFill>
            <a:srgbClr val="FFF0EB"/>
          </a:solidFill>
          <a:ln w="12700">
            <a:solidFill>
              <a:srgbClr val="E55A2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340608" y="4187952"/>
            <a:ext cx="23896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Give it your manual steps — it writes the automation code for you.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04560" y="987552"/>
            <a:ext cx="2718816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004560" y="987552"/>
            <a:ext cx="2718816" cy="420624"/>
          </a:xfrm>
          <a:prstGeom prst="rect">
            <a:avLst/>
          </a:prstGeom>
          <a:solidFill>
            <a:srgbClr val="E55A2B"/>
          </a:solidFill>
          <a:ln w="12700">
            <a:solidFill>
              <a:srgbClr val="E55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096000" y="987552"/>
            <a:ext cx="2535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Edge case test cases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132576" y="1481328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Beginner friendly 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32576" y="1810512"/>
            <a:ext cx="2462784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169152" y="1810512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69152" y="212140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name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69152" y="239572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fields and types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169152" y="267004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Known validation rules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32576" y="3017520"/>
            <a:ext cx="2462784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69152" y="3017520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69152" y="3328416"/>
            <a:ext cx="23896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edge case tests covering boundaries, empty inputs, and unusual behaviour.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32576" y="4169664"/>
            <a:ext cx="2462784" cy="713232"/>
          </a:xfrm>
          <a:prstGeom prst="rect">
            <a:avLst/>
          </a:prstGeom>
          <a:solidFill>
            <a:srgbClr val="FFF0EB"/>
          </a:solidFill>
          <a:ln w="12700">
            <a:solidFill>
              <a:srgbClr val="E55A2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169152" y="4187952"/>
            <a:ext cx="23896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Run this before every release — catches bugs normal testing misses.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D365 F&amp;O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2718816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2718816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2535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D365 OData API test cases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481328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1D48"/>
                </a:solidFill>
              </a:rPr>
              <a:t>Advanced 🔧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1810512"/>
            <a:ext cx="2462784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2064" y="1810512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2064" y="212140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D365 entity name (e.g. SalesOrderHeaderV2)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239572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 (DEV/UAT/PROD)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267004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Operations (GET/POST/PATCH/DELETE)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3017520"/>
            <a:ext cx="2462784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" y="3017520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" y="3328416"/>
            <a:ext cx="23896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API tests with sample URLs, payloads, and expected JSON — covering CRUD and errors.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4169664"/>
            <a:ext cx="2462784" cy="71323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" y="4187952"/>
            <a:ext cx="23896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Pre-fill entity from your DMCI or Met project documents.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6016" y="987552"/>
            <a:ext cx="2718816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176016" y="987552"/>
            <a:ext cx="2718816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67456" y="987552"/>
            <a:ext cx="2535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RSAT recording review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04032" y="1481328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Intermediate ⚡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04032" y="1810512"/>
            <a:ext cx="2462784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40608" y="1810512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40608" y="212140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RSAT recording steps (paste in)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40608" y="239572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scenario being tested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04032" y="2743200"/>
            <a:ext cx="2462784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340608" y="2743200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40608" y="3054096"/>
            <a:ext cx="23896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table with gaps, missing assertions, flakiness risks, and fixes — all prioritised.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04032" y="4169664"/>
            <a:ext cx="2462784" cy="71323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340608" y="4187952"/>
            <a:ext cx="23896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Paste your RSAT XML — Claude reads and analyses the whole thing.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04560" y="987552"/>
            <a:ext cx="2718816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004560" y="987552"/>
            <a:ext cx="2718816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096000" y="987552"/>
            <a:ext cx="2535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D365 KT document outline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132576" y="1481328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Beginner friendly 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32576" y="1810512"/>
            <a:ext cx="2462784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169152" y="1810512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69152" y="212140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D365 module name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69152" y="239572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audience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69152" y="267004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 of processes covered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32576" y="3017520"/>
            <a:ext cx="2462784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169152" y="3017520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69152" y="3328416"/>
            <a:ext cx="23896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KT doc with navigation paths, process flows, troubleshooting, and UAT checklist.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32576" y="4169664"/>
            <a:ext cx="2462784" cy="71323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169152" y="4187952"/>
            <a:ext cx="23896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Matches your DMCI KT project format — great for FDD documentation.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Azure DevOps &amp; Salesforce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2718816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2718816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2535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Playwright pipeline debug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481328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1D48"/>
                </a:solidFill>
              </a:rPr>
              <a:t>Advanced 🔧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1810512"/>
            <a:ext cx="2462784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2064" y="1810512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2064" y="212140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azure-pipelines.yml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239572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log from failed run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267004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Node, OS, and Playwright versions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3017520"/>
            <a:ext cx="2462784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" y="3017520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" y="3328416"/>
            <a:ext cx="23896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explanation + fixed YAML you copy straight into your pipeline.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4169664"/>
            <a:ext cx="2462784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" y="4187952"/>
            <a:ext cx="23896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Paste the exact error log — the more detail, the better the fix.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6016" y="987552"/>
            <a:ext cx="2718816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176016" y="987552"/>
            <a:ext cx="2718816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67456" y="987552"/>
            <a:ext cx="2535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ADO test plan setup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04032" y="1481328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Beginner friendly 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04032" y="1810512"/>
            <a:ext cx="2462784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40608" y="1810512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40608" y="212140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name (DMCI / The Met)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40608" y="239572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Sprint or release name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40608" y="267004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Features in scope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04032" y="3017520"/>
            <a:ext cx="2462784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340608" y="3017520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40608" y="3328416"/>
            <a:ext cx="23896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ADO test plan with suite hierarchy, config matrix, criteria, and sign-off checklist.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04032" y="4169664"/>
            <a:ext cx="2462784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340608" y="4187952"/>
            <a:ext cx="23896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at the start of every sprint — 2 minutes instead of 30.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04560" y="987552"/>
            <a:ext cx="2718816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004560" y="987552"/>
            <a:ext cx="2718816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096000" y="987552"/>
            <a:ext cx="2535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Salesforce test cases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132576" y="1481328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Intermediate ⚡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32576" y="1810512"/>
            <a:ext cx="2462784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169152" y="1810512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69152" y="212140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name (e.g. Lead conversion)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69152" y="239572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type (Sales/Service)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169152" y="2670048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profiles involved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32576" y="3017520"/>
            <a:ext cx="2462784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69152" y="3017520"/>
            <a:ext cx="238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69152" y="3328416"/>
            <a:ext cx="23896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Profile-specific test cases covering access, workflow rules, validation, and integration.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32576" y="4169664"/>
            <a:ext cx="2462784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169152" y="4187952"/>
            <a:ext cx="23896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Specify user profile — Claude writes profile-aware test cases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Defect Management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413308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133088" cy="42062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Write a detailed defect report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481328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Beginner friendly 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1810512"/>
            <a:ext cx="3877056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2064" y="1810512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2064" y="212140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went wrong (one sentence)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239572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Steps to reproduce 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267004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should have happened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064" y="294436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Browser, app version, environment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" y="3291840"/>
            <a:ext cx="3877056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12064" y="3291840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2064" y="3602736"/>
            <a:ext cx="38039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Jira/ADO defect report with severity, steps, actual vs expected, and fix direction.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" y="4169664"/>
            <a:ext cx="3877056" cy="713232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2064" y="4187952"/>
            <a:ext cx="3803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Anyone on the team can use this — no QA experience needed to write a great bug report.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90288" y="987552"/>
            <a:ext cx="413308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90288" y="987552"/>
            <a:ext cx="4133088" cy="42062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81728" y="987552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Root cause analysis (5-Whys)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18304" y="1481328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Intermediate 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18304" y="1810512"/>
            <a:ext cx="3877056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1810512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212140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Defect title and description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239572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affected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267004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Recent changes deployed before the bug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18304" y="3017520"/>
            <a:ext cx="3877056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0" y="3017520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3328416"/>
            <a:ext cx="38039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RCA: immediate cause, root cause, corrective actions, and new regression tests.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18304" y="4169664"/>
            <a:ext cx="3877056" cy="713232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0" y="4187952"/>
            <a:ext cx="3803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Great for sprint retrospectives — helps the whole team learn from every defect.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 BI &amp; Documentation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413308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133088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Power BI report test cases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481328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Beginner friendly 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1810512"/>
            <a:ext cx="3877056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2064" y="1810512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2064" y="212140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 name (e.g. Pick Slip Enquiry)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239572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source (D365/Dataverse/SQL)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267004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Available filters and slicers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3017520"/>
            <a:ext cx="3877056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" y="3017520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" y="3328416"/>
            <a:ext cx="38039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for data accuracy, filters, performance, export, and role security — table format.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4169664"/>
            <a:ext cx="3877056" cy="7132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" y="4187952"/>
            <a:ext cx="3803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Pre-built for your Met Museum Power BI work — fill in report name and slicers.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90288" y="987552"/>
            <a:ext cx="413308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90288" y="987552"/>
            <a:ext cx="4133088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81728" y="987552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Test summary report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18304" y="1481328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Beginner friendly 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18304" y="1810512"/>
            <a:ext cx="3877056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1810512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📝  WHAT YOU FILL IN: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212140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and sprint name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239572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counts (passed/failed/blocked)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267004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defect IDs and severities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18304" y="3017520"/>
            <a:ext cx="3877056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54880" y="3017520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✅  WHAT CLAUDE GIVES YOU: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3328416"/>
            <a:ext cx="38039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test summary with exec summary, metrics, defect breakdown, and Go/No-Go recommendation.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18304" y="4169664"/>
            <a:ext cx="3877056" cy="7132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0" y="4187952"/>
            <a:ext cx="3803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4 minutes instead of 90 — perfect for sprint end sign-offs with clients.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645920"/>
            <a:ext cx="5029200" cy="5029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Savings — Every Single Day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92608" y="987552"/>
            <a:ext cx="2743200" cy="420624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92608" y="98755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</a:rPr>
              <a:t>Task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27248" y="987552"/>
            <a:ext cx="2011680" cy="420624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127248" y="9875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</a:rPr>
              <a:t>Without template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30368" y="987552"/>
            <a:ext cx="2194560" cy="420624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230368" y="9875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</a:rPr>
              <a:t>With Claude template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16368" y="987552"/>
            <a:ext cx="1298448" cy="420624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516368" y="98755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</a:rPr>
              <a:t>Time saved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" y="1408176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127248" y="1408176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230368" y="1408176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516368" y="1408176"/>
            <a:ext cx="12984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4048" y="140817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 cases for a feature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27248" y="140817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11D48"/>
                </a:solidFill>
              </a:rPr>
              <a:t>⏱ 45–90 min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30368" y="140817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</a:rPr>
              <a:t>✅ 2 min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07808" y="1517904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607808" y="151790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~88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" y="1975104"/>
            <a:ext cx="274320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127248" y="1975104"/>
            <a:ext cx="201168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230368" y="1975104"/>
            <a:ext cx="219456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516368" y="1975104"/>
            <a:ext cx="1298448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84048" y="197510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defect report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27248" y="197510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11D48"/>
                </a:solidFill>
              </a:rPr>
              <a:t>⏱ 20–30 min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30368" y="197510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</a:rPr>
              <a:t>✅ 1 min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607808" y="2084832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607808" y="208483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~29 min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" y="2542032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127248" y="2542032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230368" y="2542032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516368" y="2542032"/>
            <a:ext cx="12984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84048" y="254203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ADO pipeline failure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127248" y="254203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11D48"/>
                </a:solidFill>
              </a:rPr>
              <a:t>⏱ 60–120 min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230368" y="254203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</a:rPr>
              <a:t>✅ 3 min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607808" y="2651760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607808" y="265176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~117 min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2608" y="3108960"/>
            <a:ext cx="274320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127248" y="3108960"/>
            <a:ext cx="201168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230368" y="3108960"/>
            <a:ext cx="219456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516368" y="3108960"/>
            <a:ext cx="1298448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84048" y="31089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test summary report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127248" y="310896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11D48"/>
                </a:solidFill>
              </a:rPr>
              <a:t>⏱ 90–120 min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230368" y="310896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</a:rPr>
              <a:t>✅ 4 min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607808" y="3218688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607808" y="321868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~116 min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92608" y="367588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3127248" y="3675888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5230368" y="3675888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7516368" y="3675888"/>
            <a:ext cx="12984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84048" y="36758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Power BI test run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127248" y="367588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11D48"/>
                </a:solidFill>
              </a:rPr>
              <a:t>⏱ 30–45 min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230368" y="367588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</a:rPr>
              <a:t>✅ 2 min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607808" y="3785616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7607808" y="378561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~43 min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92608" y="4242816"/>
            <a:ext cx="274320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3127248" y="4242816"/>
            <a:ext cx="201168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5230368" y="4242816"/>
            <a:ext cx="219456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516368" y="4242816"/>
            <a:ext cx="1298448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E8E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84048" y="424281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Playwright test script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3127248" y="42428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11D48"/>
                </a:solidFill>
              </a:rPr>
              <a:t>⏱ 60–120 min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5230368" y="424281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</a:rPr>
              <a:t>✅ 5 min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7607808" y="4352544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607808" y="43525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~115 min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92608" y="4791456"/>
            <a:ext cx="8558784" cy="256032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92608" y="4791456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580C"/>
                </a:solidFill>
              </a:rPr>
              <a:t>💰  Total saving across all 6 tasks = over 8 hours per engineer — every single week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11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645920"/>
            <a:ext cx="5029200" cy="5029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EA580C">
              <a:alpha val="10000"/>
            </a:srgbClr>
          </a:solidFill>
          <a:ln w="12700">
            <a:solidFill>
              <a:srgbClr val="EA580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224528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91440" cy="1234440"/>
          </a:xfrm>
          <a:prstGeom prst="rect">
            <a:avLst/>
          </a:prstGeom>
          <a:solidFill>
            <a:srgbClr val="E55A2B"/>
          </a:solidFill>
          <a:ln w="12700">
            <a:solidFill>
              <a:srgbClr val="E55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03327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 I need to create a Claude account?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49047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 — go to claude.ai and sign up free. Takes 2 minutes. The free plan is enough for daily QA work.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82312" y="960120"/>
            <a:ext cx="4224528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82312" y="960120"/>
            <a:ext cx="914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83480" y="103327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I change the templates?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83480" y="149047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Absolutely! Once copied, edit the prompt freely before pasting. Make it your own!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331720"/>
            <a:ext cx="4224528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7472" y="2331720"/>
            <a:ext cx="9144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240487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Claude gives a wrong answer?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86207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Add a follow-up like 'Make it more detailed' or 'Fix the format'. Claude refines instantly.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82312" y="2331720"/>
            <a:ext cx="4224528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82312" y="2331720"/>
            <a:ext cx="91440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83480" y="240487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my project data safe?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3480" y="286207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Don't paste sensitive client data or passwords. Describe the scenario — Claude still gives great results.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703320"/>
            <a:ext cx="4224528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47472" y="3703320"/>
            <a:ext cx="91440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377647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I use this on my phone?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23367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Yes! The HTML library and claude.ai both work on mobile. Open the file in Chrome on your phone.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82312" y="3703320"/>
            <a:ext cx="4224528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82312" y="3703320"/>
            <a:ext cx="91440" cy="12344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83480" y="377647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Who do I contact to add new templates?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83480" y="423367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Reach out to Ramya — describe your task in plain English and she'll add a template within 24 hours.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645920"/>
            <a:ext cx="5029200" cy="5029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Getting Started Checklist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92608" y="1005840"/>
            <a:ext cx="425196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20624" y="1298448"/>
            <a:ext cx="475488" cy="475488"/>
          </a:xfrm>
          <a:prstGeom prst="ellipse">
            <a:avLst/>
          </a:prstGeom>
          <a:solidFill>
            <a:srgbClr val="E55A2B"/>
          </a:solidFill>
          <a:ln w="12700">
            <a:solidFill>
              <a:srgbClr val="E55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20624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02736" y="1115568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E55A2B">
              <a:alpha val="80000"/>
            </a:srgbClr>
          </a:solidFill>
          <a:ln w="12700">
            <a:solidFill>
              <a:srgbClr val="E55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02736" y="11155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 min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24128" y="1097280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for Claude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1481328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claude.ai → Sign up free → Done in 2 minutes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7448" y="1005840"/>
            <a:ext cx="425196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55464" y="1298448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55464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37576" y="1115568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037576" y="11155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 min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58968" y="1097280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HTML library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58968" y="1481328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HTML file → Save to desktop → Open in any browser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" y="2267712"/>
            <a:ext cx="425196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20624" y="256032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0624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02736" y="237744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02736" y="2377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 min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24128" y="2359152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your first prompt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4128" y="274320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'Write test cases' → Fill in 3 fields → Copy → Paste into Claude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27448" y="2267712"/>
            <a:ext cx="425196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55464" y="2560320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55464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37576" y="237744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037576" y="2377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Daily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58968" y="2359152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on your next task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58968" y="274320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anything manually — check the library first. 9 out of 10 tasks have a template.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92608" y="3529584"/>
            <a:ext cx="425196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20624" y="3822192"/>
            <a:ext cx="475488" cy="47548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20624" y="3822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02736" y="3639312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602736" y="36393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Ongoing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24128" y="3621024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what works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24128" y="4005072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template that saved you time? Tell Ramya — she'll improve it for everyone.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27448" y="3529584"/>
            <a:ext cx="425196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855464" y="3822192"/>
            <a:ext cx="475488" cy="47548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55464" y="3822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037576" y="3639312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EA580C">
              <a:alpha val="80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037576" y="36393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As needed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58968" y="3621024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new templates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58968" y="4005072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not covered? Send Ramya a message — new templates added within 24 hours.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E55A2B">
              <a:alpha val="18000"/>
            </a:srgbClr>
          </a:solidFill>
          <a:ln w="12700">
            <a:solidFill>
              <a:srgbClr val="E55A2B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1828800"/>
            <a:ext cx="4572000" cy="4572000"/>
          </a:xfrm>
          <a:prstGeom prst="ellipse">
            <a:avLst/>
          </a:prstGeom>
          <a:solidFill>
            <a:srgbClr val="7C3AED">
              <a:alpha val="16000"/>
            </a:srgbClr>
          </a:solidFill>
          <a:ln w="12700">
            <a:solidFill>
              <a:srgbClr val="7C3AED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0" y="-457200"/>
            <a:ext cx="4114800" cy="4114800"/>
          </a:xfrm>
          <a:prstGeom prst="ellipse">
            <a:avLst/>
          </a:prstGeom>
          <a:solidFill>
            <a:srgbClr val="0D9488">
              <a:alpha val="16000"/>
            </a:srgbClr>
          </a:solidFill>
          <a:ln w="12700">
            <a:solidFill>
              <a:srgbClr val="0D9488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EAD4"/>
                </a:solidFill>
              </a:rPr>
              <a:t>Remember these — that's all you need to get started today.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" y="1298448"/>
            <a:ext cx="425196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92608" y="1298448"/>
            <a:ext cx="621792" cy="1078992"/>
          </a:xfrm>
          <a:prstGeom prst="rect">
            <a:avLst/>
          </a:prstGeom>
          <a:solidFill>
            <a:srgbClr val="E55A2B"/>
          </a:solidFill>
          <a:ln w="12700">
            <a:solidFill>
              <a:srgbClr val="E55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2608" y="1298448"/>
            <a:ext cx="621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1298448"/>
            <a:ext cx="34198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experience needed — the templates do all the hard work for you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73168" y="1298448"/>
            <a:ext cx="425196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73168" y="1298448"/>
            <a:ext cx="621792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73168" y="1298448"/>
            <a:ext cx="621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0" y="1298448"/>
            <a:ext cx="34198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quality output in under 60 seconds — faster than any manual method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" y="2505456"/>
            <a:ext cx="425196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92608" y="2505456"/>
            <a:ext cx="6217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92608" y="2505456"/>
            <a:ext cx="621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2505456"/>
            <a:ext cx="34198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fill in the [BRACKETS] with your real project details — takes 30 seconds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73168" y="2505456"/>
            <a:ext cx="425196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73168" y="2505456"/>
            <a:ext cx="62179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73168" y="2505456"/>
            <a:ext cx="621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0" y="2505456"/>
            <a:ext cx="34198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happy? Just tell Claude 'try again' or 'be more concise' — it refines instantly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" y="3712464"/>
            <a:ext cx="425196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92608" y="3712464"/>
            <a:ext cx="621792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92608" y="3712464"/>
            <a:ext cx="621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5840" y="3712464"/>
            <a:ext cx="34198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HTML file to your desktop — works offline in any browser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73168" y="3712464"/>
            <a:ext cx="425196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73168" y="3712464"/>
            <a:ext cx="62179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73168" y="3712464"/>
            <a:ext cx="621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📢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86400" y="3712464"/>
            <a:ext cx="34198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experience — every improvement helps the whole team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2608" y="4754880"/>
            <a:ext cx="8558784" cy="320040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92608" y="4754880"/>
            <a:ext cx="8558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Questions? Contact Ramya · ramya@alphavariance.com · or message in the team channel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2181</Words>
  <Application>Microsoft Office PowerPoint</Application>
  <PresentationFormat>On-screen Show (16:9)</PresentationFormat>
  <Paragraphs>333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Prompt Library — QA Team Guide</dc:title>
  <dc:subject>PptxGenJS Presentation</dc:subject>
  <dc:creator>PptxGenJS</dc:creator>
  <cp:lastModifiedBy>Ramya B [IN]</cp:lastModifiedBy>
  <cp:revision>2</cp:revision>
  <dcterms:created xsi:type="dcterms:W3CDTF">2026-05-28T09:26:59Z</dcterms:created>
  <dcterms:modified xsi:type="dcterms:W3CDTF">2026-05-29T05:09:00Z</dcterms:modified>
</cp:coreProperties>
</file>